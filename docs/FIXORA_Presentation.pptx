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6888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FIXORA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“Diagnose First. Book Only When Needed.”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AI-Assisted Smart Home Maintenance &amp; Verification Platform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Final Year Engineering Project • Lead: Madhuri Shewale (madhurishewale078@gmail.com)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02 • MOTIVATION &amp; INDUSTRY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Problem in Traditional Home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Unnecessary Call-Out Fees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35% of service visits are triggered by trivial glitches (tripped breaker, tap aerator clog) costing ₹400-₹800 for zero real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Opaque &amp; Surprise Pricing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Customers face unpredictable on-site price jumps and inflated spare part costs upon technician arrival.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Blind Technician Dispatch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Technicians arrive without pre-visit symptom analysis, forcing 2-3 round trips to hardware stores for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Unverified Handymen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Lack of verified certification, safety vetting, and accountability when domestic appliances are damaged.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03 •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FIXORA Three-Pillar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1. AI Diagnostic Wizard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Multi-question triage tree identifies fault root causes and distinguishes superficial glitches from true component breakdowns.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2. Guided Safe DIY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Delivers step-by-step instructions for non-hazardous faults. Eliminates 35% of unnecessary callouts for ₹0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3. Verified Field Handoff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Passes pre-diagnosed tickets with symptom notes and estimated cost brackets to vetted technicians on live GPS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04 • DIAGNOSTIC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Deterministic Fault Triage Decision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554480"/>
            <a:ext cx="758952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1. Customer Selects Appliance &amp; Primary 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560320"/>
            <a:ext cx="758952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2. Dynamic Follow-Up Questions (Error code? MCB status? Motor sound?)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4846320" cy="22860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59669"/>
                </a:solidFill>
              </a:defRPr>
            </a:pPr>
            <a:r>
              <a:t>[SAFE DIY PATHWAY]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Illustrated safety instructions</a:t>
            </a:r>
            <a:br/>
            <a:r>
              <a:t>• Filter cleaning, reset switches, MCB reset</a:t>
            </a:r>
            <a:br/>
            <a:r>
              <a:t>• Total Cost: ₹0 • Resolved in 5 mins!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484632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[TECHNICIAN REQUIRED PATHWAY]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Pre-filled booking with fault findings</a:t>
            </a:r>
            <a:br/>
            <a:r>
              <a:t>• Transparent cost range: ₹600 - ₹950</a:t>
            </a:r>
            <a:br/>
            <a:r>
              <a:t>• Matched with nearby verified technician on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05 • SYSTEM INTERFACE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AI Diagnostic Assistant &amp; Triage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pic>
        <p:nvPicPr>
          <p:cNvPr id="5" name="Picture 4" descr="02_ai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45920"/>
            <a:ext cx="2926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/>
            </a:pPr>
            <a:r>
              <a:t>Key Highlights: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Multi-Appliance Matrix (AC, Fan, RO, Geyser)</a:t>
            </a:r>
            <a:br/>
            <a:r>
              <a:t>• Dynamic branching logic</a:t>
            </a:r>
            <a:br/>
            <a:r>
              <a:t>• Instant verdict &amp; cost bracket calculation</a:t>
            </a:r>
            <a:br/>
            <a:r>
              <a:t>• Zero pricing surprises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06 • 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Customer Portal &amp; Live Leaflet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pic>
        <p:nvPicPr>
          <p:cNvPr id="5" name="Picture 4" descr="07_custom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45920"/>
            <a:ext cx="2926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/>
            </a:pPr>
            <a:r>
              <a:t>Customer Features: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Interactive Leaflet Map with service radius</a:t>
            </a:r>
            <a:br/>
            <a:r>
              <a:t>• Finite-state booking tracking (Pending ➔ Completed)</a:t>
            </a:r>
            <a:br/>
            <a:r>
              <a:t>• Transparent rate cards</a:t>
            </a:r>
            <a:br/>
            <a:r>
              <a:t>• Single review per booking constraint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07 • SERVICE PROFESSIONAL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Technician Workspace &amp; Job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pic>
        <p:nvPicPr>
          <p:cNvPr id="5" name="Picture 4" descr="08_technicia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45920"/>
            <a:ext cx="2926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/>
            </a:pPr>
            <a:r>
              <a:t>Technician Features: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Pre-diagnosed fault tickets with suspected parts</a:t>
            </a:r>
            <a:br/>
            <a:r>
              <a:t>• 1-Click status transitions (Accept ➔ In Progress ➔ Done)</a:t>
            </a:r>
            <a:br/>
            <a:r>
              <a:t>• Daily/Monthly revenue calculation</a:t>
            </a:r>
            <a:br/>
            <a:r>
              <a:t>• Real-time customer ratings &amp;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08 • PLATFORM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Admin Master Control Center (Madhuri Shewale)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pic>
        <p:nvPicPr>
          <p:cNvPr id="5" name="Picture 4" descr="06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45920"/>
            <a:ext cx="2926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/>
            </a:pPr>
            <a:r>
              <a:t>Admin Governance: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Platform macro analytics (Users, Revenue, Bookings)</a:t>
            </a:r>
            <a:br/>
            <a:r>
              <a:t>• Technician verification gate (Approve/Reject)</a:t>
            </a:r>
            <a:br/>
            <a:r>
              <a:t>• Customer dispute and complaint arbitration</a:t>
            </a:r>
            <a:br/>
            <a:r>
              <a:t>• Service catalog and pricing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09 • MARKETPLACE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Services Catalog &amp; Verified Expert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pic>
        <p:nvPicPr>
          <p:cNvPr id="5" name="Picture 4" descr="03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389120"/>
          </a:xfrm>
          <a:prstGeom prst="rect">
            <a:avLst/>
          </a:prstGeom>
        </p:spPr>
      </p:pic>
      <p:pic>
        <p:nvPicPr>
          <p:cNvPr id="6" name="Picture 5" descr="04_technici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10 • ENGINEERING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Frontend Client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React 19 + TypeScript</a:t>
            </a:r>
            <a:br/>
            <a:r>
              <a:t>• Vite 6 High-Performance Bundler</a:t>
            </a:r>
            <a:br/>
            <a:r>
              <a:t>• Tailwind CSS 3 (Dark/Light Mode)</a:t>
            </a:r>
            <a:br/>
            <a:r>
              <a:t>• Lucide Icons &amp; Leaflet Maps</a:t>
            </a:r>
            <a:br/>
            <a:r>
              <a:t>• Axios with Auth Interceptors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Backend REST API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Python 3.12 + FastAPI</a:t>
            </a:r>
            <a:br/>
            <a:r>
              <a:t>• Uvicorn ASGI Server</a:t>
            </a:r>
            <a:br/>
            <a:r>
              <a:t>• Pydantic v2 Schema Validation</a:t>
            </a:r>
            <a:br/>
            <a:r>
              <a:t>• OpenAPI Swagger Auto-Docs</a:t>
            </a:r>
            <a:br/>
            <a:r>
              <a:t>• Async REST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9333EA"/>
                </a:solidFill>
              </a:defRPr>
            </a:pPr>
            <a:r>
              <a:t>Security &amp; RBAC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Pure Bcrypt Password Hashing</a:t>
            </a:r>
            <a:br/>
            <a:r>
              <a:t>• Stateless JWT HS256 Tokens</a:t>
            </a:r>
            <a:br/>
            <a:r>
              <a:t>• OAuth2 Bearer Guards</a:t>
            </a:r>
            <a:br/>
            <a:r>
              <a:t>• Role-Based Access Control</a:t>
            </a:r>
            <a:br/>
            <a:r>
              <a:t>• Parameterized SQL Injection Prev.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Data Persistence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PostgreSQL 16 Enterprise DB</a:t>
            </a:r>
            <a:br/>
            <a:r>
              <a:t>• SQLite Resilient Dev Fallback</a:t>
            </a:r>
            <a:br/>
            <a:r>
              <a:t>• SQLAlchemy 2.0 ORM</a:t>
            </a:r>
            <a:br/>
            <a:r>
              <a:t>• 12 Normalized Relational Entities</a:t>
            </a:r>
            <a:br/>
            <a:r>
              <a:t>• ACID Transaction Guarantees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11 •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Relational Database Schema (12 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users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id, email, hashed_password, role (CUSTOMER, TECH, ADMIN), is_active, created_at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customer_profiles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user_id, full_name, phone, address, city, pincode, lat, lng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technician_profiles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user_id, skills, experience_years, verification_status, hourly_rate, rating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bookings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id, customer_id, technician_id, service_id, status, total_price, scheduled_date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booking_history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id, booking_id, old_status, new_status, changed_by, timestamp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4048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reviews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id, booking_id, rating (1-5), comment, created_at (Unique constraint on booking_id)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complaints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id, customer_id, booking_id, title, description, status (OPEN, RESOLVED)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840480"/>
            <a:ext cx="25603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services &amp; categories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name, description, base_price, estimated_time, is_active, category_id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12 • AI ALGORITHMS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Deterministic DAG vs Generative LLM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A. Safety-First Rule DAG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Unlike generative chatbots that can hallucinate dangerous advice (e.g. telling an amateur to probe an open capacitor), FIXORA uses a certified, deterministic decision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B. Pluggable Engine Adapter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Implemented behind an abstract base class `TroubleshootingEngine`. Allows seamless plug-and-play switching to multimodal LLMs (e.g. Gemini Vision) while keeping safety gates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C. 3-Tier Severity Firewall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TIER 1 (GREEN): Safe DIY (air filter clean, reset switch).</a:t>
            </a:r>
            <a:br/>
            <a:r>
              <a:t>• TIER 2 (AMBER): Conditional DIY (main MCB switched off).</a:t>
            </a:r>
            <a:br/>
            <a:r>
              <a:t>• TIER 3 (RED): Mandatory Dispatch (gas leak, burnt insulation).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13 • 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Authentication, Authorization &amp; OWASP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Direct Bcrypt Password Hashing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All user passwords salted and encrypted using pure bcrypt with adaptive work factor. No plaintext credentials ever hit database or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Stateless JWT HS256 Tokens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Cryptographically signed JSON Web Tokens encoding user ID, email, and verified role with 24-hour expiration token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Role-Based Access Control (RBAC)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FastAPI Dependency Injection guards (require_role(['ADMIN'])). Customers cannot mutate technician states; technicians cannot approve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SQL Injection &amp; CORS Hardening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All database queries execute through SQLAlchemy parameterized ORM layers. Strict CORS policies block unauthorized cross-origin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SLIDE 14 • EMPIRICAL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Validation Scenarios &amp; Benchmark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FIXORA — AI-Assisted Smart Home Maintenance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Test Case 1: Geyser Not Heating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Input: Power LED on, water lukewarm</a:t>
            </a:r>
            <a:br/>
            <a:r>
              <a:t>• AI: Heating element burnt</a:t>
            </a:r>
            <a:br/>
            <a:r>
              <a:t>• Verdict: Technician required</a:t>
            </a:r>
            <a:br/>
            <a:r>
              <a:t>• Result: Pre-filled dispatch to Rajesh Kumar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Test Case 2: Fan Humming Noise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Input: Fan hums, does not rotate</a:t>
            </a:r>
            <a:br/>
            <a:r>
              <a:t>• AI: Blown capacitor</a:t>
            </a:r>
            <a:br/>
            <a:r>
              <a:t>• Verdict: Guided Safe DIY</a:t>
            </a:r>
            <a:br/>
            <a:r>
              <a:t>• Result: ₹40 capacitor fixes issue. ₹600 saved!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Test Case 3: Admin Approval Gate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Action: Dinesh registers as tech</a:t>
            </a:r>
            <a:br/>
            <a:r>
              <a:t>• Status: Gated as PENDING</a:t>
            </a:r>
            <a:br/>
            <a:r>
              <a:t>• Admin: Madhuri approves profile</a:t>
            </a:r>
            <a:br/>
            <a:r>
              <a:t>• Result: Visible on public booking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Test Pass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&lt; 15ms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Mean API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35%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DIY Cost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Data Inconsistencies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defRPr sz="2400" b="1">
                <a:solidFill>
                  <a:srgbClr val="059669"/>
                </a:solidFill>
              </a:defRPr>
            </a:pPr>
            <a:r>
              <a:t>“Diagnose First. Book Only When Needed.”</a:t>
            </a:r>
          </a:p>
          <a:p>
            <a:br/>
            <a:pPr algn="ctr">
              <a:defRPr sz="1400">
                <a:solidFill>
                  <a:srgbClr val="475569"/>
                </a:solidFill>
              </a:defRPr>
            </a:pPr>
            <a:r>
              <a:t>FIXORA bridges the critical trust gap between homeowners and certified service technicians through transparent AI triage, pre-diagnosed tickets, and verified professional standards.</a:t>
            </a:r>
            <a:br/>
            <a:br/>
            <a:r>
              <a:t>Ready for Live Demonstration &amp; Viva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